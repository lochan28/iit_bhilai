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-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57800" y="502920"/>
            <a:ext cx="137160" cy="1371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Shape 1"/>
          <p:cNvSpPr/>
          <p:nvPr/>
        </p:nvSpPr>
        <p:spPr>
          <a:xfrm>
            <a:off x="5449824" y="5029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5" name="Shape 2"/>
          <p:cNvSpPr/>
          <p:nvPr/>
        </p:nvSpPr>
        <p:spPr>
          <a:xfrm>
            <a:off x="5257800" y="6949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6" name="Shape 3"/>
          <p:cNvSpPr/>
          <p:nvPr/>
        </p:nvSpPr>
        <p:spPr>
          <a:xfrm>
            <a:off x="5449824" y="694944"/>
            <a:ext cx="137160" cy="1371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15000" y="502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HackFindr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257800" y="1143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</a:t>
            </a:r>
            <a:endParaRPr lang="en-US" sz="3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near you</a:t>
            </a:r>
            <a:endParaRPr lang="en-US" sz="3800" dirty="0"/>
          </a:p>
        </p:txBody>
      </p:sp>
      <p:pic>
        <p:nvPicPr>
          <p:cNvPr id="9" name="Image 1" descr="img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743200"/>
            <a:ext cx="2926080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780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event finder built with Gemma 4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25780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Roblox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Rashmit Paroch · Naina Mishra · K. Lochan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Vivan Goel · Divyansh Bhandary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26517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64592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4572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766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676656"/>
            <a:ext cx="164592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97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miss events</a:t>
            </a:r>
            <a:endParaRPr lang="en-US" sz="1500" dirty="0"/>
          </a:p>
        </p:txBody>
      </p:sp>
      <p:pic>
        <p:nvPicPr>
          <p:cNvPr id="9" name="Image 0" descr="img/p-0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2651760"/>
            <a:ext cx="3840480" cy="24917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43400" y="4572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EEB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43400" y="457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438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everywhere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777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live across Unstop, Devpost, WhatsApp groups and paper posters.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15361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EEB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4340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517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“near me” search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1856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answers what is happening nearby, by distance.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26151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EEBF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4340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event pages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29352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and requirements are buried in long pages.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43400" y="369417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EEB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34340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stay offline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40142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announced on posters never reach online platforms.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201168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3840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640080"/>
            <a:ext cx="201168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CampusEvents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EBFD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3794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380+ events, one list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from Unstop and Devpost: hackathons, workshops, ideathons.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544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EBFD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173736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8379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69080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by distance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city and radius; nearby offline events appear as pins.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15544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EBFD"/>
          </a:solidFill>
          <a:ln/>
        </p:spPr>
      </p:sp>
      <p:sp>
        <p:nvSpPr>
          <p:cNvPr id="19" name="Shape 15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3794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58000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summaries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pages become a short summary, eligibility and requirements.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2920" y="32918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EBFD"/>
          </a:solidFill>
          <a:ln/>
        </p:spPr>
      </p:sp>
      <p:sp>
        <p:nvSpPr>
          <p:cNvPr id="24" name="Shape 19"/>
          <p:cNvSpPr/>
          <p:nvPr/>
        </p:nvSpPr>
        <p:spPr>
          <a:xfrm>
            <a:off x="685800" y="347472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5753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80160" y="34930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to event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85800" y="4041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poster; Gemma 4 reads it, you check, it lands on the map.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91840" y="32918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EBFD"/>
          </a:solidFill>
          <a:ln/>
        </p:spPr>
      </p:sp>
      <p:sp>
        <p:nvSpPr>
          <p:cNvPr id="29" name="Shape 23"/>
          <p:cNvSpPr/>
          <p:nvPr/>
        </p:nvSpPr>
        <p:spPr>
          <a:xfrm>
            <a:off x="3474720" y="347472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57530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069080" y="34930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3474720" y="4041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“Hackathons within 200 km of Raipur” → tool calls → register links.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080760" y="32918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EBFD"/>
          </a:solidFill>
          <a:ln/>
        </p:spPr>
      </p:sp>
      <p:sp>
        <p:nvSpPr>
          <p:cNvPr id="34" name="Shape 27"/>
          <p:cNvSpPr/>
          <p:nvPr/>
        </p:nvSpPr>
        <p:spPr>
          <a:xfrm>
            <a:off x="6263640" y="347472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575304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858000" y="34930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filters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6263640" y="4041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· Workshops · Free · This week · Open to 1st year.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f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74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8046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list and details: on desktop and phone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11480" y="123444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4F7"/>
            </a:solidFill>
            <a:prstDash val="solid"/>
          </a:ln>
        </p:spPr>
      </p:sp>
      <p:pic>
        <p:nvPicPr>
          <p:cNvPr id="6" name="Image 1" descr="img/ui_n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4937760" cy="35337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97880" y="274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to event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897880" y="804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Gemma 4 vision feature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897880" y="132588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444752"/>
            <a:ext cx="265176" cy="2651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49340" y="1847088"/>
            <a:ext cx="0" cy="374904"/>
          </a:xfrm>
          <a:prstGeom prst="line">
            <a:avLst/>
          </a:prstGeom>
          <a:noFill/>
          <a:ln w="15875">
            <a:solidFill>
              <a:srgbClr val="6C5CE7"/>
            </a:solidFill>
            <a:prstDash val="dash"/>
          </a:ln>
        </p:spPr>
      </p:sp>
      <p:sp>
        <p:nvSpPr>
          <p:cNvPr id="12" name="Text 7"/>
          <p:cNvSpPr txBox="1"/>
          <p:nvPr/>
        </p:nvSpPr>
        <p:spPr>
          <a:xfrm>
            <a:off x="65379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poster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or phone camera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897880" y="224028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359152"/>
            <a:ext cx="265176" cy="2651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49340" y="2761488"/>
            <a:ext cx="0" cy="374904"/>
          </a:xfrm>
          <a:prstGeom prst="line">
            <a:avLst/>
          </a:prstGeom>
          <a:noFill/>
          <a:ln w="15875">
            <a:solidFill>
              <a:srgbClr val="6C5CE7"/>
            </a:solidFill>
            <a:prstDash val="dash"/>
          </a:ln>
        </p:spPr>
      </p:sp>
      <p:sp>
        <p:nvSpPr>
          <p:cNvPr id="17" name="Text 11"/>
          <p:cNvSpPr txBox="1"/>
          <p:nvPr/>
        </p:nvSpPr>
        <p:spPr>
          <a:xfrm>
            <a:off x="65379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reads it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5379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date, venue, eligibility, link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897880" y="315468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3273552"/>
            <a:ext cx="265176" cy="26517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49340" y="3675888"/>
            <a:ext cx="0" cy="374904"/>
          </a:xfrm>
          <a:prstGeom prst="line">
            <a:avLst/>
          </a:prstGeom>
          <a:noFill/>
          <a:ln w="15875">
            <a:solidFill>
              <a:srgbClr val="6C5CE7"/>
            </a:solidFill>
            <a:prstDash val="dash"/>
          </a:ln>
        </p:spPr>
      </p:sp>
      <p:sp>
        <p:nvSpPr>
          <p:cNvPr id="22" name="Text 15"/>
          <p:cNvSpPr txBox="1"/>
          <p:nvPr/>
        </p:nvSpPr>
        <p:spPr>
          <a:xfrm>
            <a:off x="653796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53796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field before saving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897880" y="406908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4187952"/>
            <a:ext cx="265176" cy="265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53796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the map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537960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Geocoded and pinned for everyone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sources to the student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EEB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6344" y="1325880"/>
            <a:ext cx="1490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Unstop + Devpost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3258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EEB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95144" y="1325880"/>
            <a:ext cx="1490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schema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32588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EEEB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23944" y="132588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 cities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Nominatim, cached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228600" cy="0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645920"/>
            <a:ext cx="228600" cy="0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45920" y="224028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6C5C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700784" y="224028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4: summarize details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eligibility · requirements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4663440" y="1965960"/>
            <a:ext cx="292608" cy="411480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77440" y="31089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A16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32304" y="31089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2834640"/>
            <a:ext cx="0" cy="274320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1480" y="38404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EEB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" y="384048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distance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radius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38404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EEB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59152" y="384048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search_events · get_event_details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97096" y="38404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3F7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51960" y="384048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vision → review → map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H="1">
            <a:off x="1261872" y="3493008"/>
            <a:ext cx="1481328" cy="347472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54680" y="3493008"/>
            <a:ext cx="0" cy="347472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66160" y="3493008"/>
            <a:ext cx="1463040" cy="347472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94960" y="1965960"/>
            <a:ext cx="0" cy="1874520"/>
          </a:xfrm>
          <a:prstGeom prst="line">
            <a:avLst/>
          </a:prstGeom>
          <a:noFill/>
          <a:ln w="19050">
            <a:solidFill>
              <a:srgbClr val="4B3BC4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6172200" y="320040"/>
            <a:ext cx="2606040" cy="4526280"/>
          </a:xfrm>
          <a:prstGeom prst="roundRect">
            <a:avLst>
              <a:gd name="adj" fmla="val 4211"/>
            </a:avLst>
          </a:prstGeom>
          <a:solidFill>
            <a:srgbClr val="6C5CE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457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400800" y="10058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096" y="1088136"/>
            <a:ext cx="219456" cy="21945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6903720" y="969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(26b-a4b-it) via Gemini API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400800" y="16276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709928"/>
            <a:ext cx="219456" cy="219456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903720" y="15910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903720" y="18105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requests, BeautifulSoup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400800" y="224942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331720"/>
            <a:ext cx="219456" cy="219456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903720" y="22128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6903720" y="24323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Gradio, desktop + phone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400800" y="28712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953512"/>
            <a:ext cx="219456" cy="219456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6903720" y="2834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6903720" y="30540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/ Leaflet + OSM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6400800" y="349300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575304"/>
            <a:ext cx="219456" cy="219456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6903720" y="34564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6903720" y="36758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geopy + Nominatim, cached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6400800" y="41148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4197096"/>
            <a:ext cx="219456" cy="219456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903720" y="40782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6903720" y="4297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cache, offline fallback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already runs on one laptop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collected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on the map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by Gemma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3931920" cy="2057400"/>
          </a:xfrm>
          <a:prstGeom prst="roundRect">
            <a:avLst>
              <a:gd name="adj" fmla="val 4444"/>
            </a:avLst>
          </a:prstGeom>
          <a:solidFill>
            <a:srgbClr val="EEEB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88036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OpenStreetMap, open Gemma model, Python. No special hardware.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plan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fetching, a database instead of JSON, summaries on first view, and a mobile app with push alerts.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71600"/>
          <a:ext cx="39776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handle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change or 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source fails alone; retries + saved-data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rate limits and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Summaries cached, made once per event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misreads posters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reviews and edits before saving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Geocoding 1 req/sec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locations cached permanently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or spam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Moderation for poster uploads (planned)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-0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017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474720" y="3200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474720" y="118872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344168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251960" y="11704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251960" y="1508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nearby events in seconds. Tier-2/3 students (Raipur, Bhilai) stop missing out. Free and 1st-year filters widen access.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474720" y="246888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624328"/>
            <a:ext cx="283464" cy="2834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251960" y="2450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colleges and organisers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425196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events get free online reach with one photo, and wider participation.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474720" y="374904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390448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251960" y="3730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society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251960" y="4069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NEP 2020, Digital India and Startup India; narrows the metro vs non-metro awareness gap.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201168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3840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640080"/>
            <a:ext cx="201168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on the Gemini API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ai.google.dev/gemma/docs/core/gemma_on_gemini_api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Unstop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unstop.com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Devpost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devpost.com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/ Nominatim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nominatim.org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python-visualization.github.io/folium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gradio.app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0690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distance on Earth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0690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37760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github.com/lochan28/iit_bhilai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Events">
  <a:themeElements>
    <a:clrScheme name="CampusEvents">
      <a:dk1>
        <a:srgbClr val="1A1630"/>
      </a:dk1>
      <a:lt1>
        <a:srgbClr val="FFFFFF"/>
      </a:lt1>
      <a:dk2>
        <a:srgbClr val="4B3BC4"/>
      </a:dk2>
      <a:lt2>
        <a:srgbClr val="EEEBFD"/>
      </a:lt2>
      <a:accent1>
        <a:srgbClr val="6C5CE7"/>
      </a:accent1>
      <a:accent2>
        <a:srgbClr val="1FA37A"/>
      </a:accent2>
      <a:accent3>
        <a:srgbClr val="F7A8BC"/>
      </a:accent3>
      <a:accent4>
        <a:srgbClr val="FFC4A3"/>
      </a:accent4>
      <a:accent5>
        <a:srgbClr val="A9D4F5"/>
      </a:accent5>
      <a:accent6>
        <a:srgbClr val="8A8499"/>
      </a:accent6>
      <a:hlink>
        <a:srgbClr val="6C5CE7"/>
      </a:hlink>
      <a:folHlink>
        <a:srgbClr val="4B3BC4"/>
      </a:folHlink>
    </a:clrScheme>
    <a:fontScheme name="CampusEven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CampusEvents</dc:title>
  <dc:subject>PptxGenJS Presentation</dc:subject>
  <dc:creator>PptxGenJS</dc:creator>
  <cp:lastModifiedBy>PptxGenJS</cp:lastModifiedBy>
  <cp:revision>1</cp:revision>
  <dcterms:created xsi:type="dcterms:W3CDTF">2026-10-10T11:24:41Z</dcterms:created>
  <dcterms:modified xsi:type="dcterms:W3CDTF">2026-10-10T11:24:41Z</dcterms:modified>
</cp:coreProperties>
</file>