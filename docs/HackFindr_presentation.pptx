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-0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572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257800" y="502920"/>
            <a:ext cx="137160" cy="1371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Shape 1"/>
          <p:cNvSpPr/>
          <p:nvPr/>
        </p:nvSpPr>
        <p:spPr>
          <a:xfrm>
            <a:off x="5449824" y="50292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5" name="Shape 2"/>
          <p:cNvSpPr/>
          <p:nvPr/>
        </p:nvSpPr>
        <p:spPr>
          <a:xfrm>
            <a:off x="5257800" y="6949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6" name="Shape 3"/>
          <p:cNvSpPr/>
          <p:nvPr/>
        </p:nvSpPr>
        <p:spPr>
          <a:xfrm>
            <a:off x="5449824" y="694944"/>
            <a:ext cx="137160" cy="1371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15000" y="502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HackFindr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143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38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</a:t>
            </a:r>
            <a:endParaRPr lang="en-US" sz="38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38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near you</a:t>
            </a:r>
            <a:endParaRPr lang="en-US" sz="3800" dirty="0"/>
          </a:p>
        </p:txBody>
      </p:sp>
      <p:pic>
        <p:nvPicPr>
          <p:cNvPr id="9" name="Image 1" descr="img/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743200"/>
            <a:ext cx="2926080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7800" y="3017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student event finder built with Gemma 4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7490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Roblox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Rashmit Paroch · Naina Mishra · K. Lochan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Vivan Goel · Divyansh Bhandary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26517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64592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" y="45720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766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" y="676656"/>
            <a:ext cx="164592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10972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students miss events</a:t>
            </a:r>
            <a:endParaRPr lang="en-US" sz="1500" dirty="0"/>
          </a:p>
        </p:txBody>
      </p:sp>
      <p:pic>
        <p:nvPicPr>
          <p:cNvPr id="9" name="Image 0" descr="img/p-0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2651760"/>
            <a:ext cx="3840480" cy="24917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B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43400" y="457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4389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everywhere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777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live across Unstop, Devpost, WhatsApp groups and paper posters.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1536192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B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43400" y="1536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1517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“near me” search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892040" y="18562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platform answers what is happening nearby, by distance.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43400" y="261518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BF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4340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259689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event pages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29352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requirements are buried in long pages.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3400" y="3694176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B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4340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6758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 stay offline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401421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announced on posters never reach online platforms.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01168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3840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00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640080"/>
            <a:ext cx="201168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743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HackFindr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" y="15544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73736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3794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1755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380+ events, one list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3042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from Unstop and Devpost: hackathons, workshops, ideathons.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91840" y="15544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3736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183794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69080" y="1755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by distance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474720" y="23042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city and radius; nearby offline events appear as pins.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80760" y="15544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19" name="Shape 15"/>
          <p:cNvSpPr/>
          <p:nvPr/>
        </p:nvSpPr>
        <p:spPr>
          <a:xfrm>
            <a:off x="6263640" y="173736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837944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58000" y="1755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summaries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6263640" y="23042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pages become a short summary, eligibility and requirements.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02920" y="329184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24" name="Shape 19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5753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80160" y="34930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to event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85800" y="40416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a poster; Gemma 4 reads it, you check, it lands on the map.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3291840" y="329184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29" name="Shape 23"/>
          <p:cNvSpPr/>
          <p:nvPr/>
        </p:nvSpPr>
        <p:spPr>
          <a:xfrm>
            <a:off x="3474720" y="347472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304" y="3575304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069080" y="34930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474720" y="40416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“Hackathons within 200 km of Raipur” → tool calls → register links.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080760" y="329184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EEEBFD"/>
          </a:solidFill>
          <a:ln/>
        </p:spPr>
      </p:sp>
      <p:sp>
        <p:nvSpPr>
          <p:cNvPr id="34" name="Shape 27"/>
          <p:cNvSpPr/>
          <p:nvPr/>
        </p:nvSpPr>
        <p:spPr>
          <a:xfrm>
            <a:off x="6263640" y="3474720"/>
            <a:ext cx="457200" cy="4572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575304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58000" y="34930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filters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263640" y="40416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Hackathons · Workshops · Free · This week · Open to 1st year.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gf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274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8046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list and details: on desktop and phone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11480" y="1234440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4F7"/>
            </a:solidFill>
            <a:prstDash val="solid"/>
          </a:ln>
        </p:spPr>
      </p:sp>
      <p:pic>
        <p:nvPicPr>
          <p:cNvPr id="6" name="Image 1" descr="img/ui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4937760" cy="3533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897880" y="274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to event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897880" y="804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Gemma 4 vision feature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897880" y="132588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444752"/>
            <a:ext cx="265176" cy="26517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149340" y="1847088"/>
            <a:ext cx="0" cy="374904"/>
          </a:xfrm>
          <a:prstGeom prst="line">
            <a:avLst/>
          </a:prstGeom>
          <a:noFill/>
          <a:ln w="15875">
            <a:solidFill>
              <a:srgbClr val="6C5CE7"/>
            </a:solidFill>
            <a:prstDash val="dash"/>
          </a:ln>
        </p:spPr>
      </p:sp>
      <p:sp>
        <p:nvSpPr>
          <p:cNvPr id="12" name="Text 7"/>
          <p:cNvSpPr txBox="1"/>
          <p:nvPr/>
        </p:nvSpPr>
        <p:spPr>
          <a:xfrm>
            <a:off x="653796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poster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5379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upload or phone camera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897880" y="224028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2359152"/>
            <a:ext cx="265176" cy="26517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49340" y="2761488"/>
            <a:ext cx="0" cy="374904"/>
          </a:xfrm>
          <a:prstGeom prst="line">
            <a:avLst/>
          </a:prstGeom>
          <a:noFill/>
          <a:ln w="15875">
            <a:solidFill>
              <a:srgbClr val="6C5CE7"/>
            </a:solidFill>
            <a:prstDash val="dash"/>
          </a:ln>
        </p:spPr>
      </p:sp>
      <p:sp>
        <p:nvSpPr>
          <p:cNvPr id="17" name="Text 11"/>
          <p:cNvSpPr txBox="1"/>
          <p:nvPr/>
        </p:nvSpPr>
        <p:spPr>
          <a:xfrm>
            <a:off x="653796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reads it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3796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date, venue, eligibility, link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897880" y="315468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273552"/>
            <a:ext cx="265176" cy="265176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49340" y="3675888"/>
            <a:ext cx="0" cy="374904"/>
          </a:xfrm>
          <a:prstGeom prst="line">
            <a:avLst/>
          </a:prstGeom>
          <a:noFill/>
          <a:ln w="15875">
            <a:solidFill>
              <a:srgbClr val="6C5CE7"/>
            </a:solidFill>
            <a:prstDash val="dash"/>
          </a:ln>
        </p:spPr>
      </p:sp>
      <p:sp>
        <p:nvSpPr>
          <p:cNvPr id="22" name="Text 15"/>
          <p:cNvSpPr txBox="1"/>
          <p:nvPr/>
        </p:nvSpPr>
        <p:spPr>
          <a:xfrm>
            <a:off x="653796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6537960" y="3429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field before saving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5897880" y="406908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4187952"/>
            <a:ext cx="265176" cy="265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537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the map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653796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Geocoded and pinned for everyone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22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flows from sources to the student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EEEB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66344" y="132588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Unstop + Devpost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325880"/>
            <a:ext cx="1600200" cy="640080"/>
          </a:xfrm>
          <a:prstGeom prst="roundRect">
            <a:avLst>
              <a:gd name="adj" fmla="val 11429"/>
            </a:avLst>
          </a:prstGeom>
          <a:solidFill>
            <a:srgbClr val="EEEB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295144" y="132588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schema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132588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EEEB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123944" y="13258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 cities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Nominatim, cached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1645920"/>
            <a:ext cx="228600" cy="0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840480" y="1645920"/>
            <a:ext cx="228600" cy="0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645920" y="2240280"/>
            <a:ext cx="3017520" cy="594360"/>
          </a:xfrm>
          <a:prstGeom prst="roundRect">
            <a:avLst>
              <a:gd name="adj" fmla="val 12308"/>
            </a:avLst>
          </a:prstGeom>
          <a:solidFill>
            <a:srgbClr val="6C5CE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700784" y="2240280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4: summarize details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· eligibility · requirements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4663440" y="1965960"/>
            <a:ext cx="292608" cy="411480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77440" y="31089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A16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32304" y="310896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events.json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834640"/>
            <a:ext cx="0" cy="274320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11480" y="384048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EEB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" y="38404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distance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radius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04288" y="384048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EEB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59152" y="38404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search_events · get_event_details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97096" y="384048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3F7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51960" y="38404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upload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vision → review → map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H="1">
            <a:off x="1261872" y="3493008"/>
            <a:ext cx="1481328" cy="347472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154680" y="3493008"/>
            <a:ext cx="0" cy="347472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566160" y="3493008"/>
            <a:ext cx="1463040" cy="347472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94960" y="1965960"/>
            <a:ext cx="0" cy="1874520"/>
          </a:xfrm>
          <a:prstGeom prst="line">
            <a:avLst/>
          </a:prstGeom>
          <a:noFill/>
          <a:ln w="19050">
            <a:solidFill>
              <a:srgbClr val="4B3BC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6172200" y="320040"/>
            <a:ext cx="2606040" cy="4526280"/>
          </a:xfrm>
          <a:prstGeom prst="roundRect">
            <a:avLst>
              <a:gd name="adj" fmla="val 4211"/>
            </a:avLst>
          </a:prstGeom>
          <a:solidFill>
            <a:srgbClr val="6C5CE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0" y="457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400800" y="100584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3096" y="1088136"/>
            <a:ext cx="219456" cy="21945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903720" y="9692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6903720" y="11887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(26b-a4b-it) via Gemini API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400800" y="162763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709928"/>
            <a:ext cx="219456" cy="21945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903720" y="159105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690372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requests, BeautifulSoup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6400800" y="224942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2331720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903720" y="221284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903720" y="24323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Gradio, desktop + phone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400800" y="287121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953512"/>
            <a:ext cx="219456" cy="219456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6903720" y="28346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6903720" y="30540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/ Leaflet + OSM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6400800" y="349300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575304"/>
            <a:ext cx="219456" cy="219456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6903720" y="34564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Geocoding</a:t>
            </a:r>
            <a:endParaRPr lang="en-US" sz="1100" dirty="0"/>
          </a:p>
        </p:txBody>
      </p:sp>
      <p:sp>
        <p:nvSpPr>
          <p:cNvPr id="49" name="Text 42"/>
          <p:cNvSpPr txBox="1"/>
          <p:nvPr/>
        </p:nvSpPr>
        <p:spPr>
          <a:xfrm>
            <a:off x="6903720" y="36758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geopy + Nominatim, cached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6400800" y="411480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197096"/>
            <a:ext cx="219456" cy="219456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6903720" y="407822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6903720" y="4297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Retries, cache, offline fallback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Viability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 already runs on one laptop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11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collected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3716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011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on the map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3716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011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summarized by Gemma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3931920" cy="2057400"/>
          </a:xfrm>
          <a:prstGeom prst="roundRect">
            <a:avLst>
              <a:gd name="adj" fmla="val 4444"/>
            </a:avLst>
          </a:prstGeom>
          <a:solidFill>
            <a:srgbClr val="EEEB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80360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OpenStreetMap, open Gemma model, Python. No special hardware.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plan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fetching, a database instead of JSON, summaries on first view, and a mobile app with push alerts.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371600"/>
          <a:ext cx="397764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468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5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handle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5C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 change or block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source fails alone; retries + saved-data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rate limits and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Summaries cached, made once per event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misreads posters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reviews and edits before saving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Geocoding 1 req/sec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locations cached permanently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or spam events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6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Moderation for poster uploads (planned)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Benefits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11480" y="1097280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1220724"/>
            <a:ext cx="228600" cy="228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4128" y="10789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students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24128" y="138988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nearby events in seconds. Tier-2/3 students stop missing out; Free and 1st-year filters widen access.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" y="2359152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482596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24128" y="23408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colleges and organisers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24128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events get free online reach with one photo, and wider participation.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480" y="3621024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" y="3744468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4128" y="36027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society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24128" y="3913632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NEP 2020, Digital India and Startup India; narrows the metro vs non-metro gap.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114800" y="960120"/>
            <a:ext cx="4663440" cy="3931920"/>
          </a:xfrm>
          <a:prstGeom prst="roundRect">
            <a:avLst>
              <a:gd name="adj" fmla="val 2326"/>
            </a:avLst>
          </a:prstGeom>
          <a:solidFill>
            <a:srgbClr val="EEEBFD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11556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590288" y="1088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additions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63640" y="10972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263640" y="1097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dashboard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7772400" y="10972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FA37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77240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900" dirty="0"/>
          </a:p>
        </p:txBody>
      </p:sp>
      <p:pic>
        <p:nvPicPr>
          <p:cNvPr id="22" name="Image 4" descr="img/dash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508760"/>
            <a:ext cx="4297680" cy="268808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297680" y="4251960"/>
            <a:ext cx="4297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4F7"/>
            </a:solidFill>
            <a:prstDash val="solid"/>
          </a:ln>
        </p:spPr>
      </p:sp>
      <p:pic>
        <p:nvPicPr>
          <p:cNvPr id="24" name="Image 5" descr="img/cha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4270248"/>
            <a:ext cx="4206240" cy="5126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01168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3840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00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640080"/>
            <a:ext cx="201168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743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References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" y="160020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508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on the Gemini API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801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ai.google.dev/gemma/docs/core/gemma_on_gemini_api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60020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1508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Unstop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1801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unstop.com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42316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Devpost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624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devpost.com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Nominatim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2624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nominatim.org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246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3154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python-visualization.github.io/folium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246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3154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gradio.app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06908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3977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formula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270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on Earth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406908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37760" y="3977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4270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github.com/lochan28/iit_bhilai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Events">
  <a:themeElements>
    <a:clrScheme name="CampusEvents">
      <a:dk1>
        <a:srgbClr val="1A1630"/>
      </a:dk1>
      <a:lt1>
        <a:srgbClr val="FFFFFF"/>
      </a:lt1>
      <a:dk2>
        <a:srgbClr val="4B3BC4"/>
      </a:dk2>
      <a:lt2>
        <a:srgbClr val="EEEBFD"/>
      </a:lt2>
      <a:accent1>
        <a:srgbClr val="6C5CE7"/>
      </a:accent1>
      <a:accent2>
        <a:srgbClr val="1FA37A"/>
      </a:accent2>
      <a:accent3>
        <a:srgbClr val="F7A8BC"/>
      </a:accent3>
      <a:accent4>
        <a:srgbClr val="FFC4A3"/>
      </a:accent4>
      <a:accent5>
        <a:srgbClr val="A9D4F5"/>
      </a:accent5>
      <a:accent6>
        <a:srgbClr val="8A8499"/>
      </a:accent6>
      <a:hlink>
        <a:srgbClr val="6C5CE7"/>
      </a:hlink>
      <a:folHlink>
        <a:srgbClr val="4B3BC4"/>
      </a:folHlink>
    </a:clrScheme>
    <a:fontScheme name="CampusEvent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CampusEvents</dc:title>
  <dc:subject>PptxGenJS Presentation</dc:subject>
  <dc:creator>PptxGenJS</dc:creator>
  <cp:lastModifiedBy>PptxGenJS</cp:lastModifiedBy>
  <cp:revision>1</cp:revision>
  <dcterms:created xsi:type="dcterms:W3CDTF">2026-10-10T11:40:28Z</dcterms:created>
  <dcterms:modified xsi:type="dcterms:W3CDTF">2026-10-10T11:40:28Z</dcterms:modified>
</cp:coreProperties>
</file>